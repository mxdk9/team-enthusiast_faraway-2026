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2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AA00"/>
                </a:solidFill>
                <a:latin typeface="Space Mono"/>
              </a:defRPr>
            </a:pPr>
            <a:r>
              <a:t>System View // 🚆 RailSense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Autonomous Predictive Track Integrity &amp; Early Derailment Prevention System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FAR AWAY 2026 Grand Finale Entry // Track: Railways &amp; Agentic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Team Name: Team Enthusiastic (Team Ethusiastic)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2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AA00"/>
                </a:solidFill>
                <a:latin typeface="Space Mono"/>
              </a:defRPr>
            </a:pPr>
            <a:r>
              <a:t>System View // ⚠️ The Problem: Railway Infrastructure Vulnerability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Indian Railways is one of the largest networks in the world, carrying 23 million passengers daily across 68,000+ km of tracks.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Thermal Expansion (Buckling): Intense summer heatwaves raise rail temperatures, causing tracks to expand, distort, and buckle.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The Cost of Delay: Minor track anomalies can lead to high-impact derailments if not detected and addressed within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The Inspection Gap: Manual track patrols are slow, labor-intensive, and fail to detect rapidly developing defects in real-time.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Ballast Erosion: Heavy monsoon rainfalls wash away track ballast, leaving rails unsupported and vulnerable to collapse.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2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AA00"/>
                </a:solidFill>
                <a:latin typeface="Space Mono"/>
              </a:defRPr>
            </a:pPr>
            <a:r>
              <a:t>System View // 💡 The Solution: RailSense Architecture 🔋 Edge Acceleration 🤖 Cloud Safety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A closed-loop autonomous safety system combining edge IoT instrumentation and cloud intelligence.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Localized Processing: Computes peak acceleration signatures and filters out nominal track transitions.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Autonomous Safety Coordination: Issues real-time speed restrictions and dispatch commands directly when anomalies are flagged.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ESP32 Sensor Mesh: High-frequency accelerometers installed on train axle boxes monitor vibration profiles and G-forces.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Google Antigravity SDK: Central AI agents process live telemetry feeds.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2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AA00"/>
                </a:solidFill>
                <a:latin typeface="Space Mono"/>
              </a:defRPr>
            </a:pPr>
            <a:r>
              <a:t>System View // 🧠 Closed-Loop Agentic Control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6B00"/>
                </a:solidFill>
                <a:latin typeface="Segoe UI"/>
              </a:defRPr>
            </a:pPr>
            <a:r>
              <a:t>We utilize the Google Antigravity SDK to run the core safety coordination and decision-making loop: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mermaid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2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AA00"/>
                </a:solidFill>
                <a:latin typeface="Space Mono"/>
              </a:defRPr>
            </a:pPr>
            <a:r>
              <a:t>System View // 🖥️ Live High-Fidelity Tactical HUD 🗺️ Geospatial Visualization 📊 Real-Time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An operational, dark-themed control center built using Vanilla HTML5, CSS3, and Leaflet.js.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Click-to-Pan Camera: Clicking any train card in the sidebar automatically focuses and zooms onto the train's active position.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Axle Waveform: Displays real-time g-force vibrations.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Open-Meteo API Sync: Automatically pulls ambient conditions for nearest junctions to evaluate buckle risk.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Interactive India Map: Tracks train coordinates live on a high-contrast dark tile map.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Junction Overlays: Displays real-time track condition warnings using clean HSL color codes.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FFT Spectrum Analyzer: Compares current vibration frequency spikes against baselines.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2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AA00"/>
                </a:solidFill>
                <a:latin typeface="Space Mono"/>
              </a:defRPr>
            </a:pPr>
            <a:r>
              <a:t>System View // 🔌 Hardware PCB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Our submission includes complete hardware layout coordinates inside the /hardware directory.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Wearable Terminal Receiver: Includes an ESP32 microcontroller, OLED screen, and warning indicators for localized crew notification.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esp32_telemetry_board.kicad_sch (KiCad Schematics)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ESP32 Axle Box Node: Connects to high-sensitivity accelerometers, powered by localized battery management circuits.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Fail-Safe Architecture: If central server connectivity is lost, the local ESP32 node automatically alerts train engineers of anomalous vibration signatures.</a:t>
            </a:r>
          </a:p>
          <a:p>
            <a:pPr>
              <a:defRPr sz="1700" b="1">
                <a:solidFill>
                  <a:srgbClr val="FF6B00"/>
                </a:solidFill>
                <a:latin typeface="Segoe UI"/>
              </a:defRPr>
            </a:pPr>
            <a:r>
              <a:t>Hardware Artifacts on GitHub: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esp32_telemetry_board.kicad_pcb (Board Layout)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2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AA00"/>
                </a:solidFill>
                <a:latin typeface="Space Mono"/>
              </a:defRPr>
            </a:pPr>
            <a:r>
              <a:t>System View // 🛠️ The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Agentic Framework: Python + Google Antigravity SDK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Web Services: Python FastAPI + websockets + Asyncio Loop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Junction Weather: Open-Meteo REST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AI Models: TensorFlow / Keras (Autoencoder Anomaly Detection)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Cloud Database: Firebase Firestore (Real-time telemetry logging)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Hardware Design: KiCad EDA Suite (Schematics &amp; PCB layouts)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2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AA00"/>
                </a:solidFill>
                <a:latin typeface="Space Mono"/>
              </a:defRPr>
            </a:pPr>
            <a:r>
              <a:t>System View // 🛡️ API Resilience &amp; Fail-Safe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6B00"/>
                </a:solidFill>
                <a:latin typeface="Segoe UI"/>
              </a:defRPr>
            </a:pPr>
            <a:r>
              <a:t>To guarantee robust operations during evaluation, we implemented a dual-mode fail-safe system: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Outcome: The dashboard remains fully operational and responsive even under tight API quotas.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Rule-Based Fallback Agent: If the Gemini API key is missing or returns a 429 (Too Many Requests) quota limit, a local fallback model engages immediately to compute speed limit restrictions locally.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2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AA00"/>
                </a:solidFill>
                <a:latin typeface="Space Mono"/>
              </a:defRPr>
            </a:pPr>
            <a:r>
              <a:t>System View // 🏆 Project Key Advantages &amp;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6B00"/>
                </a:solidFill>
                <a:latin typeface="Segoe UI"/>
              </a:defRPr>
            </a:pPr>
            <a:r>
              <a:t>A robust, production-grade safety solution optimized for high-impact evaluation: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Agentic AI Integration: Utilizes authentic Google Antigravity Agent logic rather than simulated prompts.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Life-Saving Potential: Directly addresses railway track failures to prevent accidents and optimize rail safety.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Production Readiness: Features a fully operational, live FastAPI server streaming real-time coordinate shifts and websocket feeds.</a:t>
            </a:r>
          </a:p>
          <a:p>
            <a:pPr>
              <a:defRPr sz="1500">
                <a:solidFill>
                  <a:srgbClr val="FFE8D0"/>
                </a:solidFill>
                <a:latin typeface="Segoe UI"/>
              </a:defRPr>
            </a:pPr>
            <a:r>
              <a:t>• Dual-Domain Submission: Unifies digital software monitoring (Leaflet map and FFT charts) with actual hardware PCB layouts.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2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AA00"/>
                </a:solidFill>
                <a:latin typeface="Space Mono"/>
              </a:defRPr>
            </a:pPr>
            <a:r>
              <a:t>System View // Thank You!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RailSense: Autonomous Predictive Track Integrity &amp; Early Derailment Prevention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03520" cy="4937760"/>
          </a:xfrm>
          <a:prstGeom prst="roundRect">
            <a:avLst/>
          </a:prstGeom>
          <a:solidFill>
            <a:srgbClr val="0C0814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E8D0"/>
                </a:solidFill>
                <a:latin typeface="Segoe UI"/>
              </a:defRPr>
            </a:pPr>
            <a:r>
              <a:t>• Ready for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